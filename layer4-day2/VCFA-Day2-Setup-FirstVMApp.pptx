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12161520" cy="822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155448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設定流程 — 起第一個 VM App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從第一次登入 VCFA，到對接基礎設施、撰寫 Cloud Template、部署第一個 VM，驗證 VCFA → vSphere/VSP → VM 的部署鏈路。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https://vcf-m02-auto-vip.home.lab/automation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Day-2 Lab Runbook  ·  layer4-day2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VCFA 在這個 Lab 的位置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27632"/>
            <a:ext cx="2103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管理者瀏覽器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home.lab 內網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00B4D8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1490472"/>
            <a:ext cx="26517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VCFA Console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auto-vip 10.0.0.170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/automation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74320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13315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2816352"/>
            <a:ext cx="26517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 VSP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auto-platform 10.0.0.171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prelude ~73 svc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399032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vCenter vc01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10.0.1.19 · m01-cl01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224028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2313432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NSX Manager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10.0.1.21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84080" y="13258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0" y="1399032"/>
            <a:ext cx="17373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SDDC Manager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10.0.1.18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784080" y="224028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0" y="2313432"/>
            <a:ext cx="17373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Operations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10.0.1.22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3383280"/>
            <a:ext cx="4297680" cy="1554480"/>
          </a:xfrm>
          <a:prstGeom prst="roundRect">
            <a:avLst>
              <a:gd name="adj" fmla="val 3529"/>
            </a:avLst>
          </a:prstGeom>
          <a:solidFill>
            <a:srgbClr val="EAF3FB"/>
          </a:solidFill>
          <a:ln w="15875">
            <a:solidFill>
              <a:srgbClr val="48CAE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498080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Nested ESXi ×4 · vSAN (FTT=0)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26680" y="379476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2BB673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18120" y="3867912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 VM App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Cloud Template 部署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1965960"/>
            <a:ext cx="822960" cy="-4572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74920" y="2423160"/>
            <a:ext cx="0" cy="32004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3246120"/>
            <a:ext cx="914400" cy="-1417320"/>
          </a:xfrm>
          <a:prstGeom prst="line">
            <a:avLst/>
          </a:prstGeom>
          <a:noFill/>
          <a:ln w="28575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03920" y="3017520"/>
            <a:ext cx="-274320" cy="365760"/>
          </a:xfrm>
          <a:prstGeom prst="line">
            <a:avLst/>
          </a:prstGeom>
          <a:noFill/>
          <a:ln w="28575">
            <a:solidFill>
              <a:srgbClr val="576CBC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3317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 (Host-header 路由，必用 FQDN)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provisioning → clone/開機 VM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REALITY · 2026-06-11 實測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9.1 實機現況 — 兩種 Org 與 supervisor 前置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 Apps Organization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 vSphere Supervisor？ </a:t>
            </a:r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需要（+ NSX）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現代雲原生 / VKS / namespace 消費。本 lab 卡在這 → "No supervisors available"。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2BB673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 Apps Organization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 vSphere Supervisor？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不需要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 vRA 體驗，直接用 vCenter 部 VM。← 起第一個 VM app 的輕量正路。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1064240" cy="777240"/>
          </a:xfrm>
          <a:prstGeom prst="rect">
            <a:avLst/>
          </a:prstGeom>
          <a:solidFill>
            <a:srgbClr val="FBEEE6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198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08A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實測卡點：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admin 登入後落在 /provider/no-supervisor；/provider/home 與 /provider/administration 都被導回 → 沒有 supervisor 時整個 provider portal（含 Feature Flags）進不去。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97680"/>
            <a:ext cx="91440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07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 A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 Apps（輕量·推薦）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486460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Feature Flags 開 Classic Tenant Creation（本 build 被 portal 擋，或改用 API）② 建 VM Apps Org ③ 加 vCenter + Orchestrator 整合 ④ Project→Image Mapping→Blueprint→部署 VM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29768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297680"/>
            <a:ext cx="91440" cy="178308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407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 B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啟用 Supervisor（重型）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486460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vCenter 叢集 Actions→Activate Supervisor（Easy）：storage policy + 網路/IP。⚠ 9.1 已移除 /ui/app/workload-management 路由；nested lab supervisor/etcd 是已知硬牆，慢/不穩。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設定流程總覽 — 11 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62763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157276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VCFA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FQDN / SSO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10712" y="14630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7016" y="162763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87952" y="157276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Account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對接 vCenter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14630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162763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50024" y="157276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Zone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cluster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34856" y="14630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62763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912096" y="157276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Network Profile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對應網段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2898648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" y="3063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25880" y="3008376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Storage Profile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vSAN + 原則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410712" y="2898648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57016" y="3063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3557016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187952" y="3008376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Flavor Mapping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機器尺寸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72784" y="2898648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3063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50024" y="3008376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Mapping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 映像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134856" y="2898648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81160" y="30632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92811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912096" y="3008376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綁 Zone+使用者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48640" y="4334256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944" y="44988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25880" y="4443984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Template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VM YAML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3410712" y="4334256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557016" y="44988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3557016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4187952" y="4443984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→ Deploy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送出部署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272784" y="4334256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19088" y="44988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6419088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7050024" y="4443984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Deployment+目錄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心法：先有資源（Account → Zone → Profiles/Mappings），再有專案（Project），最後寫藍圖（Template）部署。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 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VCFA Automation Console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760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276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登入步驟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057400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Provider 登入頁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A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…/tm/login/?service=provider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08A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務必用 FQDN — ingress 以 Host header 路由，用 IP 10.0.0.170 會回 404。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provider 管理者 admin 登入（⚠️ 不是 administrator@vsphere.local，那是 vCenter 的）。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登入後落在 /provider/no-supervisor（見下一頁實機現況）。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 Privacy error：把 VMCA 根 CA 匯入 Windows LocalMachine\Root 即放行。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1463040"/>
            <a:ext cx="5074920" cy="4480560"/>
          </a:xfrm>
          <a:prstGeom prst="rect">
            <a:avLst/>
          </a:prstGeom>
          <a:solidFill>
            <a:srgbClr val="0A1F44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 Lab 存取資訊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Console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vcf-m02-auto-vip.home.lab (10.0.0.170)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122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 VSP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auto-platform 10.0.0.171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122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VCFA 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prelude ns ~73 微服務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122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登入帳號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(provider)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1228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 VM vCenter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10.0.1.19 · cluster m01-cl01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1228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pool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10.0.0.241-249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1228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儲存原則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vSAN FTT=0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Account 對接 vCenter + Cloud Zone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532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Cloud Account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Assembler ▸ Infrastructure ▸ Connections ▸ Cloud Accounts ▸ ADD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4688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類型：vCenter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FQDN/IP：10.0.1.19 (vcf-m02-vc01)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帳密：administrator@vsphere.local / VMware1!VMware1!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接受憑證指紋 → 勾選 Datacenter / cluster m01-cl01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可一併建立 Cloud Zone（省下第 3 步）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（選配）關聯 NSX-T Cloud Account 10.0.1.21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Cloud Zone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 ▸ Configure ▸ Cloud Zones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29400" y="2468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vCenter 帳號 + cluster m01-cl01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Placement policy：DEFAULT（或 Spread）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確認底下 Compute（ESXi 主機）已納入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4297680"/>
            <a:ext cx="484632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43484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9.1：管理域 vCenter 可能在部署時已自動註冊。若清單已有 vc01 就跳過，確認狀態為 Enabled / 已同步即可。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4-7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Profiles &amp; Mappings — 把資源標好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91440" cy="2057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27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 </a:t>
            </a:r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Network Profile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217627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 mgmt portgroup（10.0.0.0/23）+ 一段靜態 IP（建議 10.0.0.231-239，避開既有元件）。進階再加 NSX overlay segment。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46304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63040"/>
            <a:ext cx="91440" cy="2057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27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 </a:t>
            </a:r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Storage Profile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6248" y="217627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vSAN datastore + 原則 m01-cl01 vSAN Storage Policy (FTT=0)。給標籤 tier:standard。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94760"/>
            <a:ext cx="91440" cy="2057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59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 </a:t>
            </a:r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Flavor Mapping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450799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small = 1 vCPU / 2GB；medium = 2 vCPU / 4GB。Lab 起步用 small，省 nested 資源。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794760"/>
            <a:ext cx="91440" cy="2057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959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 </a:t>
            </a:r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Mapping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6248" y="450799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vCenter VM Template 或 Content Library 項目。命名 photon → 指向實際模板。前置：先匯入 Photon/Ubuntu 模板。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建專案並指派資源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5778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Project：lab-demo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Assembler ▸ Infrastructure ▸ Administration ▸ Projects ▸ NEW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5074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名稱：lab-demo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Users：administrator@vsphere.local 設為 Administrator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Provisioning ▸ Cloud Zones：加入第 3 步的 Zone</a:t>
            </a:r>
            <a:endParaRPr lang="en-US" sz="1350" dirty="0"/>
          </a:p>
          <a:p>
            <a:pPr lvl="1" marL="6858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Priority 0，可設 instance / memory 上限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5257800" cy="4480560"/>
          </a:xfrm>
          <a:prstGeom prst="rect">
            <a:avLst/>
          </a:prstGeom>
          <a:solidFill>
            <a:srgbClr val="0A1F44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是什麼？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1488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把「誰能用（使用者）」與「能用哪些資源（Cloud Zone / 配額）」綁在一起。所有 Cloud Template 與部署都隸屬於某個 Project — 它是 VCFA 的多租戶／權限邊界。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4160520"/>
            <a:ext cx="466344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297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下一步：在這個 Project 裡撰寫 Cloud Template，部署第一個 VM。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 VM App — Cloud Template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4114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⑨ 建立 Template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Assembler ▸ Design ▸ Templates ▸ NEW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Name：first-vm-app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Project：lab-demo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 1 個 Machine + 1 個 Network，或直接貼右側 YAML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/ flavor / 標籤要對應前面設好的 Mapping 與 Profile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1417320"/>
            <a:ext cx="6720840" cy="4526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3315C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first-vm-app.yaml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1874520"/>
            <a:ext cx="64008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formatVersion: 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hostname: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string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VM 主機名稱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lab-first-vm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Cloud_Machine_1: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Cloud.Machine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properties: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'${input.hostname}'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image: photon        # ← Image Mapping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flavor: small        # ← Flavor Mapping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constraints: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tag: 'tier:standard'   # ← Storage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networks: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network: '${resource.Cloud_Network_1.id}'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assignment: static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Cloud_Network_1: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Cloud.Network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properties: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mgmt-net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networkType: existing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→ Deploy 與部署鏈路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9933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 placement / 網路 / 儲存驗證，應顯示綠色可放置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46304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19933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 first-vm-app-001，填 hostname，送出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19933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 ▸ Deployments 看 History / Request 事件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11064240" cy="2788920"/>
          </a:xfrm>
          <a:prstGeom prst="rect">
            <a:avLst/>
          </a:prstGeom>
          <a:solidFill>
            <a:srgbClr val="EAF3FB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部署鏈路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657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8221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79776" y="4343400"/>
            <a:ext cx="310896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27248" y="3657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72968" y="38221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VCFA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Assembler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72968" y="4645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38344" y="4343400"/>
            <a:ext cx="310896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85816" y="3657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31536" y="38221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 VSP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(prelude)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31536" y="4645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clone+套網路/儲存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96912" y="4343400"/>
            <a:ext cx="310896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44384" y="3657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90104" y="38221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vCenter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10.0.1.19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690104" y="4645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建立/開機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555480" y="4343400"/>
            <a:ext cx="310896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902952" y="3657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2BB673"/>
          </a:solidFill>
          <a:ln/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948672" y="38221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Nested ESXi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vSAN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948672" y="46451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 PoweredOn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結果：Deployment = CREATE_SUCCESSFUL，並回報 VM 的 IP。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438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驗證部署 + 排錯速查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— home.lab M02 Lab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4937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A1F4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6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驗證成功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4434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Deployments：first-vm-app-001 = Create Successful，看到 VM 與配發 IP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vCenter 10.0.1.19：m01-cl01 下出現新 VM、PoweredOn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（選配）Service Broker：把 template 發佈進 Catalog → 自助式部署（app 上架）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排錯速查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011680"/>
          <a:ext cx="5760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Console 404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必用 FQDN vcf-m02-auto-vip.home.lab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登入失敗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 secrets/lab.yaml；註解別與密碼同行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 provisioning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 Deployment ▸ History；查 zone/profile/憑證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VM 拿不到 IP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Network Profile IP range / DHCP / gateway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VCFA 服務異常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prelude ns pods（節點 10.0.0.243）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部署超慢/timeout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VSP etcd 慢；確認 vSAN FTT=0 已套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91640"/>
            <a:ext cx="457200" cy="822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48CA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把真實 UI 截圖補進來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 deck 與 git 文件 (VCFA-Day2-Setup-FirstVMApp.md) 已預留 15 張截圖位置；瀏覽器/擴充接上 VCFA 後依編號截圖放入 images/vcfa-day2/，即可替換流程示意圖。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登入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54096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54096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首頁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66944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Cloud Account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79792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Cloud Zone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92640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05/06 Profiles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1248" y="48006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07/08 Mappings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54096" y="48006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4096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Project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66944" y="48006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10/11 Template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79792" y="48006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9792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12-13 Deploy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92640" y="48006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4800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14-15 驗證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VCF Automation 9.1  ·  home.lab M02 Lab  ·  layer4-day2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VCF Automation 9.1 設定流程 — 起第一個 VM App</dc:title>
  <dc:subject>PptxGenJS Presentation</dc:subject>
  <dc:creator>VCF 9.1 Lab</dc:creator>
  <cp:lastModifiedBy>VCF 9.1 Lab</cp:lastModifiedBy>
  <cp:revision>1</cp:revision>
  <dcterms:created xsi:type="dcterms:W3CDTF">2026-06-11T01:51:59Z</dcterms:created>
  <dcterms:modified xsi:type="dcterms:W3CDTF">2026-06-11T01:51:59Z</dcterms:modified>
</cp:coreProperties>
</file>